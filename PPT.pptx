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1E4F0B-FE73-5A92-D906-18D5BEF3719F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233863" y="6642100"/>
            <a:ext cx="70167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IN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Analyze rental demand, customer behavior and operational trends.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Datasets analyzed: 610 rows and 1000 rows.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Data Cleaning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Removed duplicates, handled missing values and standardized records.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Peak Hour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Peak demand identified during commuting hours.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Weather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Weather conditions strongly affect rentals.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Demand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Demand rises during favorable conditions and busy hours.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Dashboard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Interactive Excel dashboards developed for analysis.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Business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Increase bike inventory during peak periods and improve planning.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FF"/>
                </a:highlight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Project supports strategic operational decisions.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93</Words>
  <Application>Microsoft Office PowerPoint</Application>
  <PresentationFormat>On-screen Show (4:3)</PresentationFormat>
  <Paragraphs>18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Arial</vt:lpstr>
      <vt:lpstr>Calibri</vt:lpstr>
      <vt:lpstr>Office Theme</vt:lpstr>
      <vt:lpstr>Project Objective</vt:lpstr>
      <vt:lpstr>Dataset Overview</vt:lpstr>
      <vt:lpstr>Data Cleaning Process</vt:lpstr>
      <vt:lpstr>Peak Hour Analysis</vt:lpstr>
      <vt:lpstr>Weather Analysis</vt:lpstr>
      <vt:lpstr>Demand Insights</vt:lpstr>
      <vt:lpstr>Dashboard Overview</vt:lpstr>
      <vt:lpstr>Business Recommendations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Reema Jha</cp:lastModifiedBy>
  <cp:revision>6</cp:revision>
  <dcterms:created xsi:type="dcterms:W3CDTF">2013-01-27T09:14:16Z</dcterms:created>
  <dcterms:modified xsi:type="dcterms:W3CDTF">2026-05-21T15:42:30Z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04ed014-dab3-4c2e-a7ff-139e94b30174_Enabled">
    <vt:lpwstr>true</vt:lpwstr>
  </property>
  <property fmtid="{D5CDD505-2E9C-101B-9397-08002B2CF9AE}" pid="3" name="MSIP_Label_504ed014-dab3-4c2e-a7ff-139e94b30174_SetDate">
    <vt:lpwstr>2026-05-21T15:29:05Z</vt:lpwstr>
  </property>
  <property fmtid="{D5CDD505-2E9C-101B-9397-08002B2CF9AE}" pid="4" name="MSIP_Label_504ed014-dab3-4c2e-a7ff-139e94b30174_Method">
    <vt:lpwstr>Privileged</vt:lpwstr>
  </property>
  <property fmtid="{D5CDD505-2E9C-101B-9397-08002B2CF9AE}" pid="5" name="MSIP_Label_504ed014-dab3-4c2e-a7ff-139e94b30174_Name">
    <vt:lpwstr>Confidential</vt:lpwstr>
  </property>
  <property fmtid="{D5CDD505-2E9C-101B-9397-08002B2CF9AE}" pid="6" name="MSIP_Label_504ed014-dab3-4c2e-a7ff-139e94b30174_SiteId">
    <vt:lpwstr>c0fbf736-3ac3-4b25-977f-0fa7409b1b39</vt:lpwstr>
  </property>
  <property fmtid="{D5CDD505-2E9C-101B-9397-08002B2CF9AE}" pid="7" name="MSIP_Label_504ed014-dab3-4c2e-a7ff-139e94b30174_ActionId">
    <vt:lpwstr>91970bad-a5e3-493c-b853-b055e2b3a476</vt:lpwstr>
  </property>
  <property fmtid="{D5CDD505-2E9C-101B-9397-08002B2CF9AE}" pid="8" name="MSIP_Label_504ed014-dab3-4c2e-a7ff-139e94b30174_ContentBits">
    <vt:lpwstr>2</vt:lpwstr>
  </property>
  <property fmtid="{D5CDD505-2E9C-101B-9397-08002B2CF9AE}" pid="9" name="MSIP_Label_504ed014-dab3-4c2e-a7ff-139e94b30174_Tag">
    <vt:lpwstr>10, 0, 1, 1</vt:lpwstr>
  </property>
  <property fmtid="{D5CDD505-2E9C-101B-9397-08002B2CF9AE}" pid="10" name="ClassificationContentMarkingFooterLocations">
    <vt:lpwstr>Office Theme:8</vt:lpwstr>
  </property>
  <property fmtid="{D5CDD505-2E9C-101B-9397-08002B2CF9AE}" pid="11" name="ClassificationContentMarkingFooterText">
    <vt:lpwstr>Confidential</vt:lpwstr>
  </property>
</Properties>
</file>